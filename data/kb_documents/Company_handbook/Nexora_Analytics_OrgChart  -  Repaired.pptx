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69" d="100"/>
          <a:sy n="69" d="100"/>
        </p:scale>
        <p:origin x="5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9615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Analytics Platform Product Team  ·  Organisation Chart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892040" y="694944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92040" y="6949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92040" y="11247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departments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0760" y="128930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83480" y="1417320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453896"/>
            <a:ext cx="219456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Department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83480" y="1644457"/>
            <a:ext cx="2194560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teams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83480" y="18470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25+ teams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080760" y="2011680"/>
            <a:ext cx="0" cy="7315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26280" y="2084832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 w="25400">
            <a:solidFill>
              <a:srgbClr val="1D9E7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2121408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Platform Product Team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26280" y="2331720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 analytics platform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80760" y="2560320"/>
            <a:ext cx="0" cy="16459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28800" y="2724912"/>
            <a:ext cx="85039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8076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33272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" y="285292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2889504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Team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" y="3109692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interests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0" y="3328416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207008" y="3419856"/>
            <a:ext cx="1243584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207008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32688" y="3547872"/>
            <a:ext cx="548640" cy="475488"/>
          </a:xfrm>
          <a:prstGeom prst="roundRect">
            <a:avLst>
              <a:gd name="adj" fmla="val 13462"/>
            </a:avLst>
          </a:prstGeom>
          <a:solidFill>
            <a:srgbClr val="FFF8EC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32688" y="3593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32688" y="3785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82880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554480" y="3547872"/>
            <a:ext cx="548640" cy="475488"/>
          </a:xfrm>
          <a:prstGeom prst="roundRect">
            <a:avLst>
              <a:gd name="adj" fmla="val 13462"/>
            </a:avLst>
          </a:prstGeom>
          <a:solidFill>
            <a:srgbClr val="FFF8EC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554480" y="3593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554480" y="3785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450592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176272" y="3547872"/>
            <a:ext cx="548640" cy="475488"/>
          </a:xfrm>
          <a:prstGeom prst="roundRect">
            <a:avLst>
              <a:gd name="adj" fmla="val 13462"/>
            </a:avLst>
          </a:prstGeom>
          <a:solidFill>
            <a:srgbClr val="FFF8EC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176272" y="3593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176272" y="3785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82896" y="2798064"/>
            <a:ext cx="2395728" cy="585216"/>
          </a:xfrm>
          <a:prstGeom prst="roundRect">
            <a:avLst>
              <a:gd name="adj" fmla="val 15625"/>
            </a:avLst>
          </a:prstGeom>
          <a:solidFill>
            <a:srgbClr val="1D9E75">
              <a:alpha val="20000"/>
            </a:srgbClr>
          </a:solidFill>
          <a:ln w="317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937760" y="2852928"/>
            <a:ext cx="2286000" cy="475488"/>
          </a:xfrm>
          <a:prstGeom prst="roundRect">
            <a:avLst>
              <a:gd name="adj" fmla="val 15385"/>
            </a:avLst>
          </a:prstGeom>
          <a:solidFill>
            <a:srgbClr val="0F6E56"/>
          </a:solidFill>
          <a:ln w="25400">
            <a:solidFill>
              <a:srgbClr val="1D9E7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37760" y="2889504"/>
            <a:ext cx="22860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Coordination &amp; Planning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37760" y="3109692"/>
            <a:ext cx="228600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planning &amp; governance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577840" y="3364992"/>
            <a:ext cx="1005840" cy="164592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577840" y="33649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6080760" y="3529584"/>
            <a:ext cx="0" cy="5486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404104" y="3584448"/>
            <a:ext cx="1353312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404104" y="3584448"/>
            <a:ext cx="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093208" y="3547872"/>
            <a:ext cx="621792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93208" y="359359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093208" y="378561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080760" y="3584448"/>
            <a:ext cx="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769864" y="3547872"/>
            <a:ext cx="621792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769864" y="359359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Architect(s)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769864" y="378561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757416" y="3584448"/>
            <a:ext cx="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446520" y="3547872"/>
            <a:ext cx="621792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446520" y="359359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Developer(s)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446520" y="378561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9326880" y="285292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326880" y="2889504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Team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9326880" y="3109692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delivery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0332720" y="3328416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866376" y="3419856"/>
            <a:ext cx="932688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866376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445752" y="3547872"/>
            <a:ext cx="841248" cy="475488"/>
          </a:xfrm>
          <a:prstGeom prst="roundRect">
            <a:avLst>
              <a:gd name="adj" fmla="val 1346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9445752" y="359359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9445752" y="378561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leads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0799064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0378440" y="3547872"/>
            <a:ext cx="841248" cy="475488"/>
          </a:xfrm>
          <a:prstGeom prst="roundRect">
            <a:avLst>
              <a:gd name="adj" fmla="val 1346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0378440" y="359359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0378440" y="378561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1186868" y="5496099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1388036" y="5496099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team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3838628" y="5496099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F6E56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4039796" y="5496099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Coordination &amp; Planning (you)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6490388" y="5496099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6691556" y="5496099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team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9142148" y="5496099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85FA5"/>
          </a:solidFill>
          <a:ln w="63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8613648" y="63550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Dept level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320040" y="6729984"/>
            <a:ext cx="1216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Confidential — Internal Use Only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4"/>
          <p:cNvSpPr/>
          <p:nvPr/>
        </p:nvSpPr>
        <p:spPr>
          <a:xfrm>
            <a:off x="2714845" y="4448418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2714845" y="444841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3510373" y="424725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 cycle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510373" y="4448418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3510373" y="4448418"/>
            <a:ext cx="1024128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3510373" y="4663851"/>
            <a:ext cx="1024128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4561933" y="4622154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4735669" y="4448418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4735669" y="4448418"/>
            <a:ext cx="1024128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Stand-ups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4735669" y="4663851"/>
            <a:ext cx="1024128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1-10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5787229" y="4622154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5915245" y="4402698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1D9E75">
              <a:alpha val="20000"/>
            </a:srgbClr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5960965" y="4448418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0F6E56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5960965" y="4448418"/>
            <a:ext cx="1024128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5960965" y="4663851"/>
            <a:ext cx="1024128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7012525" y="4622154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7186261" y="4448418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186261" y="4448418"/>
            <a:ext cx="1024128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7186261" y="4663851"/>
            <a:ext cx="1024128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8237821" y="4622154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8411557" y="4448418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8411557" y="4448418"/>
            <a:ext cx="1024128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8411557" y="4663851"/>
            <a:ext cx="1024128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5823805" y="485075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team leads refinement &amp; owns backlog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3702397" y="1645509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flow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702397" y="1846677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702397" y="1846677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689949" y="2020413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4863685" y="1846677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863685" y="1846677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PO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5851237" y="2020413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5979253" y="1800957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1D9E75">
              <a:alpha val="20000"/>
            </a:srgbClr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024973" y="1846677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0F6E56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024973" y="1846677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team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012525" y="2020413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186261" y="1846677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186261" y="1846677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8173813" y="2020413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24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1768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143</Words>
  <Application>Microsoft Office PowerPoint</Application>
  <PresentationFormat>Widescreen</PresentationFormat>
  <Paragraphs>61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Yania Nada</cp:lastModifiedBy>
  <cp:revision>3</cp:revision>
  <dcterms:created xsi:type="dcterms:W3CDTF">2026-03-18T20:38:41Z</dcterms:created>
  <dcterms:modified xsi:type="dcterms:W3CDTF">2026-03-18T20:43:03Z</dcterms:modified>
</cp:coreProperties>
</file>