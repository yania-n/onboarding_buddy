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HR &amp; People Department  ·  Organisation Chart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89920" y="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92040" y="694944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694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92040" y="11247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departments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0760" y="1289304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417320"/>
            <a:ext cx="2560320" cy="420624"/>
          </a:xfrm>
          <a:prstGeom prst="roundRect">
            <a:avLst>
              <a:gd name="adj" fmla="val 1739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53896"/>
            <a:ext cx="256032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People Department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00600" y="1644457"/>
            <a:ext cx="2560320" cy="17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teams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00600" y="184708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25+ teams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080760" y="2011680"/>
            <a:ext cx="0" cy="7315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8264" y="2048256"/>
            <a:ext cx="3364992" cy="530352"/>
          </a:xfrm>
          <a:prstGeom prst="roundRect">
            <a:avLst>
              <a:gd name="adj" fmla="val 17241"/>
            </a:avLst>
          </a:prstGeom>
          <a:solidFill>
            <a:srgbClr val="6D2E46">
              <a:alpha val="15000"/>
            </a:srgbClr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084832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6D2E46"/>
          </a:solidFill>
          <a:ln w="25400">
            <a:solidFill>
              <a:srgbClr val="6D2E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2121408"/>
            <a:ext cx="3291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Analytics Team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34840" y="2331720"/>
            <a:ext cx="3291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HR insights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2560320"/>
            <a:ext cx="0" cy="16459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2724912"/>
            <a:ext cx="83210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2724912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Business Partnering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lifecycle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2024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7320" y="3419856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9EFF3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41832" y="379476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42316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4767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9EFF3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4767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947672" y="379476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882896" y="2798064"/>
            <a:ext cx="2395728" cy="585216"/>
          </a:xfrm>
          <a:prstGeom prst="roundRect">
            <a:avLst>
              <a:gd name="adj" fmla="val 15625"/>
            </a:avLst>
          </a:prstGeom>
          <a:solidFill>
            <a:srgbClr val="6D2E46">
              <a:alpha val="20000"/>
            </a:srgbClr>
          </a:solidFill>
          <a:ln w="31750">
            <a:solidFill>
              <a:srgbClr val="6D2E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2852928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6D2E46"/>
          </a:solidFill>
          <a:ln w="25400">
            <a:solidFill>
              <a:srgbClr val="6D2E4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2889504"/>
            <a:ext cx="22860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Analytics Team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37760" y="3109692"/>
            <a:ext cx="228600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team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577840" y="3364992"/>
            <a:ext cx="1005840" cy="164592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3649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6080760" y="3529584"/>
            <a:ext cx="0" cy="5486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18760" y="3584448"/>
            <a:ext cx="152400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18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60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60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960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080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22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22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Data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722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842760" y="3584448"/>
            <a:ext cx="0" cy="-3657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84620" y="3547872"/>
            <a:ext cx="716280" cy="475488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84620" y="3584448"/>
            <a:ext cx="71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484620" y="3794760"/>
            <a:ext cx="71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BPs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9235440" y="2852928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235440" y="2889504"/>
            <a:ext cx="201168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235440" y="3109692"/>
            <a:ext cx="201168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&amp; sourcing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0241280" y="3328416"/>
            <a:ext cx="0" cy="9144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38360" y="3419856"/>
            <a:ext cx="10058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3836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6287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6287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0744200" y="3419856"/>
            <a:ext cx="0" cy="128016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268712" y="3547872"/>
            <a:ext cx="950976" cy="475488"/>
          </a:xfrm>
          <a:prstGeom prst="roundRect">
            <a:avLst>
              <a:gd name="adj" fmla="val 13462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68712" y="35844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65760" y="47183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flow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6576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Strategy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1353312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527048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527048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HRBP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514600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2642616" y="4873752"/>
            <a:ext cx="1188720" cy="438912"/>
          </a:xfrm>
          <a:prstGeom prst="roundRect">
            <a:avLst>
              <a:gd name="adj" fmla="val 12500"/>
            </a:avLst>
          </a:prstGeom>
          <a:solidFill>
            <a:srgbClr val="6D2E46">
              <a:alpha val="20000"/>
            </a:srgbClr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88336" y="4919472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6D2E46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688336" y="49194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Analytics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813048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986784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86784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974336" y="5093208"/>
            <a:ext cx="14630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5148072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48072" y="49194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806440" y="47183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ceremonies / cadence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806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06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806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Biweekly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6793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6949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49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6949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7936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8046720" y="4873752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6D2E46">
              <a:alpha val="20000"/>
            </a:srgbClr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092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6D2E46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092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8092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9079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9235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235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9235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sprint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10222992" y="5093208"/>
            <a:ext cx="128016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10378440" y="4919472"/>
            <a:ext cx="960120" cy="347472"/>
          </a:xfrm>
          <a:prstGeom prst="round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378440" y="4919472"/>
            <a:ext cx="96012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10378440" y="5134905"/>
            <a:ext cx="960120" cy="11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sprint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8001000" y="5321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owns data backlog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4572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A26769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583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Business Partnering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36576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6D2E46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8587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Analytics Team (you)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6858000" y="635508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5F5E5A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059168" y="6355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0040" y="6729984"/>
            <a:ext cx="1216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Global Corporation  ·  Confidential — Internal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2026-03-26T22:53:06Z</dcterms:created>
  <dcterms:modified xsi:type="dcterms:W3CDTF">2026-03-26T22:53:06Z</dcterms:modified>
</cp:coreProperties>
</file>