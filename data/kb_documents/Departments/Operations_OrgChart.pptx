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  ·  Operations &amp; Supply Chain Department  ·  Organisation Chart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89920" y="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892040" y="694944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92040" y="69494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92040" y="11247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departments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0760" y="1289304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417320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453896"/>
            <a:ext cx="256032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Supply Chain Department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00600" y="1644457"/>
            <a:ext cx="2560320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teams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00600" y="184708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25+ teams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080760" y="2011680"/>
            <a:ext cx="0" cy="7315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98264" y="2048256"/>
            <a:ext cx="3364992" cy="530352"/>
          </a:xfrm>
          <a:prstGeom prst="roundRect">
            <a:avLst>
              <a:gd name="adj" fmla="val 17241"/>
            </a:avLst>
          </a:prstGeom>
          <a:solidFill>
            <a:srgbClr val="2C5F2D">
              <a:alpha val="15000"/>
            </a:srgbClr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2084832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 w="25400">
            <a:solidFill>
              <a:srgbClr val="2C5F2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34840" y="2121408"/>
            <a:ext cx="3291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Team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34840" y="2331720"/>
            <a:ext cx="3291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supply tracking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80760" y="2560320"/>
            <a:ext cx="0" cy="16459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2724912"/>
            <a:ext cx="83210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2852928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889504"/>
            <a:ext cx="201168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Sourcing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3109692"/>
            <a:ext cx="201168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management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20240" y="3328416"/>
            <a:ext cx="0" cy="9144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17320" y="3419856"/>
            <a:ext cx="10058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1732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183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EAF3DE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42316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4767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EAF3DE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4767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82896" y="2798064"/>
            <a:ext cx="2395728" cy="585216"/>
          </a:xfrm>
          <a:prstGeom prst="roundRect">
            <a:avLst>
              <a:gd name="adj" fmla="val 15625"/>
            </a:avLst>
          </a:prstGeom>
          <a:solidFill>
            <a:srgbClr val="2C5F2D">
              <a:alpha val="20000"/>
            </a:srgbClr>
          </a:solidFill>
          <a:ln w="31750">
            <a:solidFill>
              <a:srgbClr val="2C5F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2852928"/>
            <a:ext cx="2286000" cy="475488"/>
          </a:xfrm>
          <a:prstGeom prst="roundRect">
            <a:avLst>
              <a:gd name="adj" fmla="val 15385"/>
            </a:avLst>
          </a:prstGeom>
          <a:solidFill>
            <a:srgbClr val="2C5F2D"/>
          </a:solidFill>
          <a:ln w="25400">
            <a:solidFill>
              <a:srgbClr val="2C5F2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37760" y="2889504"/>
            <a:ext cx="22860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Team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37760" y="3109692"/>
            <a:ext cx="228600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team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577840" y="3364992"/>
            <a:ext cx="1005840" cy="164592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336499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080760" y="3529584"/>
            <a:ext cx="0" cy="5486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18760" y="3584448"/>
            <a:ext cx="152400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18760" y="3584448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60620" y="3547872"/>
            <a:ext cx="716280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0620" y="3584448"/>
            <a:ext cx="71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960620" y="3794760"/>
            <a:ext cx="71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080760" y="3584448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22620" y="3547872"/>
            <a:ext cx="716280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22620" y="3584448"/>
            <a:ext cx="71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842760" y="3584448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84620" y="3547872"/>
            <a:ext cx="716280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84620" y="3584448"/>
            <a:ext cx="71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484620" y="3794760"/>
            <a:ext cx="71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235440" y="2852928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9235440" y="2889504"/>
            <a:ext cx="201168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Fulfilment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235440" y="3109692"/>
            <a:ext cx="201168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Warehousing &amp; delivery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241280" y="3328416"/>
            <a:ext cx="0" cy="9144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38360" y="3419856"/>
            <a:ext cx="10058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73836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6287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26287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074420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26871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26871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65760" y="47183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flow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65760" y="4919472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49194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490472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1664208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664208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2651760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2779776" y="4873752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2C5F2D">
              <a:alpha val="20000"/>
            </a:srgbClr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25496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2C5F2D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825496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3813048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3986784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986784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974336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5148072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148072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5806440" y="47183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ceremonies / cadence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80644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80644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580644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Biweekly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679399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694944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94944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94944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793699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8046720" y="4873752"/>
            <a:ext cx="1188720" cy="438912"/>
          </a:xfrm>
          <a:prstGeom prst="roundRect">
            <a:avLst>
              <a:gd name="adj" fmla="val 12500"/>
            </a:avLst>
          </a:prstGeom>
          <a:solidFill>
            <a:srgbClr val="2C5F2D">
              <a:alpha val="20000"/>
            </a:srgbClr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092440" y="4919472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2C5F2D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092440" y="4919472"/>
            <a:ext cx="10972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8092440" y="5134905"/>
            <a:ext cx="109728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921715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937260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37260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937260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sprint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1036015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>
            <a:off x="1051560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51560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1051560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sprint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8001000" y="53218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owns visibility backlog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45720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639922"/>
          </a:solidFill>
          <a:ln w="6350">
            <a:solidFill>
              <a:srgbClr val="63992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5836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Sourcing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365760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85876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Team (you)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685800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5F5E5A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05916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Fulfilment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20040" y="6729984"/>
            <a:ext cx="1216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  ·  Confidential — Internal Use Only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2026-03-26T22:53:07Z</dcterms:created>
  <dcterms:modified xsi:type="dcterms:W3CDTF">2026-03-26T22:53:07Z</dcterms:modified>
</cp:coreProperties>
</file>