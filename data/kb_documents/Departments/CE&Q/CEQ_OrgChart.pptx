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Commercial Excellence &amp; Quality (CEQ)  ·  Organisation Chart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712B13"/>
          </a:solidFill>
          <a:ln w="12700">
            <a:solidFill>
              <a:srgbClr val="712B1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453896"/>
            <a:ext cx="310896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Excellence &amp; Quality (CEQ)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26280" y="1644457"/>
            <a:ext cx="310896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26280" y="184708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039112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D85A30">
              <a:alpha val="15000"/>
            </a:srgbClr>
          </a:solidFill>
          <a:ln w="25400">
            <a:solidFill>
              <a:srgbClr val="D85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084832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712B13"/>
          </a:solidFill>
          <a:ln w="2540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2121408"/>
            <a:ext cx="34747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&amp; NPS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43400" y="2341596"/>
            <a:ext cx="347472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measurement · NPS · journey mapping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2578608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43200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43200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43200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43200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71216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907792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Excellence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27980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performance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46704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38144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66160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6027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Methodology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41832" y="381304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42316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47672" y="3566160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47672" y="36027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947672" y="381304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60036" y="2816352"/>
            <a:ext cx="2441448" cy="585216"/>
          </a:xfrm>
          <a:prstGeom prst="roundRect">
            <a:avLst>
              <a:gd name="adj" fmla="val 15625"/>
            </a:avLst>
          </a:prstGeom>
          <a:solidFill>
            <a:srgbClr val="D85A30">
              <a:alpha val="20000"/>
            </a:srgbClr>
          </a:solidFill>
          <a:ln w="31750">
            <a:solidFill>
              <a:srgbClr val="D85A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4900" y="2871216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712B13"/>
          </a:solidFill>
          <a:ln w="2540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14900" y="2907792"/>
            <a:ext cx="233172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&amp; NPS Team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4900" y="3127980"/>
            <a:ext cx="233172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32120" y="3383280"/>
            <a:ext cx="1097280" cy="164592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3832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080760" y="3547872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80660" y="3602736"/>
            <a:ext cx="16002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80660" y="3602736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14900" y="3566160"/>
            <a:ext cx="731520" cy="475488"/>
          </a:xfrm>
          <a:prstGeom prst="roundRect">
            <a:avLst>
              <a:gd name="adj" fmla="val 13462"/>
            </a:avLst>
          </a:prstGeom>
          <a:solidFill>
            <a:srgbClr val="FAECE7"/>
          </a:solidFill>
          <a:ln w="12700">
            <a:solidFill>
              <a:srgbClr val="712B1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490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Analysts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80760" y="3602736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5000" y="3566160"/>
            <a:ext cx="731520" cy="475488"/>
          </a:xfrm>
          <a:prstGeom prst="roundRect">
            <a:avLst>
              <a:gd name="adj" fmla="val 13462"/>
            </a:avLst>
          </a:prstGeom>
          <a:solidFill>
            <a:srgbClr val="FAECE7"/>
          </a:solidFill>
          <a:ln w="12700">
            <a:solidFill>
              <a:srgbClr val="712B1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Programme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1500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80860" y="3602736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15100" y="3566160"/>
            <a:ext cx="731520" cy="475488"/>
          </a:xfrm>
          <a:prstGeom prst="roundRect">
            <a:avLst>
              <a:gd name="adj" fmla="val 13462"/>
            </a:avLst>
          </a:prstGeom>
          <a:solidFill>
            <a:srgbClr val="FAECE7"/>
          </a:solidFill>
          <a:ln w="12700">
            <a:solidFill>
              <a:srgbClr val="712B1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5100" y="36027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Mapping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515100" y="38130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9235440" y="2871216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235440" y="2907792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235440" y="3127980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compliance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241280" y="3346704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38360" y="3438144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3836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62872" y="3566160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62872" y="36027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Analysts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744200" y="343814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68712" y="3566160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68712" y="36027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268712" y="381304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Leads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35331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508760" y="4919472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08760" y="49194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Programme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5877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2697480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D85A30">
              <a:alpha val="20000"/>
            </a:srgbClr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712B13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&amp; NPS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7307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886200" y="49194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86200" y="49194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82803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983480" y="4919472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83480" y="491947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806440" y="47183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6793992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940296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40296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940296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7927848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8028432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D85A30">
              <a:alpha val="20000"/>
            </a:srgbClr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7415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712B13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74152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074152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9061704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920800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208008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9208008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10195560" y="5093208"/>
            <a:ext cx="118872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034186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341864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0341864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7982712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team owns insight backlog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93556"/>
          </a:solidFill>
          <a:ln w="6350">
            <a:solidFill>
              <a:srgbClr val="99355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Excellence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93192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712B13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3308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&amp; NPS Team (you)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740664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0780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2026-03-31T18:56:26Z</dcterms:created>
  <dcterms:modified xsi:type="dcterms:W3CDTF">2026-03-31T18:56:26Z</dcterms:modified>
</cp:coreProperties>
</file>