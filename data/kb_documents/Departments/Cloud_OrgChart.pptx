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IT Department  ·  Cloud Infrastructure &amp; Platform Team  ·  Organisation Chart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1732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453896"/>
            <a:ext cx="237744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92040" y="1644457"/>
            <a:ext cx="237744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847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039112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0D7377">
              <a:alpha val="15000"/>
            </a:srgbClr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084832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0C444A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2121408"/>
            <a:ext cx="34747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Platform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43400" y="2341596"/>
            <a:ext cx="347472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run · optimise Nexora's cloud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2578608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43200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43200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43200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43200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71216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907792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27980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 &amp; IaC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46704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26820" y="3438144"/>
            <a:ext cx="1386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2682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566160"/>
            <a:ext cx="624840" cy="475488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602736"/>
            <a:ext cx="62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14400" y="3813048"/>
            <a:ext cx="62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92024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07820" y="3566160"/>
            <a:ext cx="624840" cy="475488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7820" y="3602736"/>
            <a:ext cx="62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607820" y="3813048"/>
            <a:ext cx="62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1366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01240" y="3566160"/>
            <a:ext cx="624840" cy="475488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01240" y="3602736"/>
            <a:ext cx="62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301240" y="3813048"/>
            <a:ext cx="62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860036" y="2816352"/>
            <a:ext cx="2441448" cy="585216"/>
          </a:xfrm>
          <a:prstGeom prst="roundRect">
            <a:avLst>
              <a:gd name="adj" fmla="val 15625"/>
            </a:avLst>
          </a:prstGeom>
          <a:solidFill>
            <a:srgbClr val="0D7377">
              <a:alpha val="20000"/>
            </a:srgbClr>
          </a:solidFill>
          <a:ln w="31750">
            <a:solidFill>
              <a:srgbClr val="0D73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4900" y="2871216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0C444A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14900" y="2907792"/>
            <a:ext cx="23317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Operations Team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14900" y="3127980"/>
            <a:ext cx="233172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· cost · security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41264" y="3383280"/>
            <a:ext cx="1078992" cy="164592"/>
          </a:xfrm>
          <a:prstGeom prst="roundRect">
            <a:avLst>
              <a:gd name="adj" fmla="val 5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41264" y="338328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080760" y="3547872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80660" y="3602736"/>
            <a:ext cx="16002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80660" y="3602736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14900" y="3566160"/>
            <a:ext cx="731520" cy="475488"/>
          </a:xfrm>
          <a:prstGeom prst="roundRect">
            <a:avLst>
              <a:gd name="adj" fmla="val 13462"/>
            </a:avLst>
          </a:prstGeom>
          <a:solidFill>
            <a:srgbClr val="E0F4F5"/>
          </a:solidFill>
          <a:ln w="12700">
            <a:solidFill>
              <a:srgbClr val="0C44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4900" y="3602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Reliability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914900" y="38130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C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080760" y="3602736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15000" y="3566160"/>
            <a:ext cx="731520" cy="475488"/>
          </a:xfrm>
          <a:prstGeom prst="roundRect">
            <a:avLst>
              <a:gd name="adj" fmla="val 13462"/>
            </a:avLst>
          </a:prstGeom>
          <a:solidFill>
            <a:srgbClr val="E0F4F5"/>
          </a:solidFill>
          <a:ln w="12700">
            <a:solidFill>
              <a:srgbClr val="0C44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3602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715000" y="38130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C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880860" y="3602736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15100" y="3566160"/>
            <a:ext cx="731520" cy="475488"/>
          </a:xfrm>
          <a:prstGeom prst="roundRect">
            <a:avLst>
              <a:gd name="adj" fmla="val 13462"/>
            </a:avLst>
          </a:prstGeom>
          <a:solidFill>
            <a:srgbClr val="E0F4F5"/>
          </a:solidFill>
          <a:ln w="12700">
            <a:solidFill>
              <a:srgbClr val="0C44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5100" y="3602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515100" y="38130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C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235440" y="2871216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235440" y="2907792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235440" y="3127980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· CI/CD · platforms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241280" y="3346704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47860" y="3438144"/>
            <a:ext cx="1386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4786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35440" y="3566160"/>
            <a:ext cx="624840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35440" y="3602736"/>
            <a:ext cx="62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235440" y="3813048"/>
            <a:ext cx="62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024128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28860" y="3566160"/>
            <a:ext cx="624840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28860" y="3602736"/>
            <a:ext cx="62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928860" y="3813048"/>
            <a:ext cx="62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93470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22280" y="3566160"/>
            <a:ext cx="624840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622280" y="3602736"/>
            <a:ext cx="62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622280" y="3813048"/>
            <a:ext cx="62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Advocates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49194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4919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Request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39903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55448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55448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54203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2651760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0D7377">
              <a:alpha val="20000"/>
            </a:srgbClr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9748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C444A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9748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68503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3840480" y="491947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0480" y="49194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78231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4937760" y="49194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37760" y="4919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5806440" y="47183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806440" y="49194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06440" y="4919472"/>
            <a:ext cx="10058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806440" y="5134905"/>
            <a:ext cx="100584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6839712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6986016" y="49194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86016" y="4919472"/>
            <a:ext cx="10058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986016" y="5134905"/>
            <a:ext cx="100584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8019288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8119872" y="4873752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0D7377">
              <a:alpha val="20000"/>
            </a:srgbClr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65592" y="49194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C444A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65592" y="4919472"/>
            <a:ext cx="10058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8165592" y="5134905"/>
            <a:ext cx="100584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9198864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9345168" y="49194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45168" y="4919472"/>
            <a:ext cx="10058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9345168" y="5134905"/>
            <a:ext cx="100584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10378440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0524744" y="49194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524744" y="4919472"/>
            <a:ext cx="100584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10524744" y="5134905"/>
            <a:ext cx="100584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8028432" y="5321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C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Ops team owns infra backlog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8368" y="6355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374904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C444A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950208" y="6355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Operations Team (you)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704088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42048" y="6355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2026-03-26T23:03:07Z</dcterms:created>
  <dcterms:modified xsi:type="dcterms:W3CDTF">2026-03-26T23:03:07Z</dcterms:modified>
</cp:coreProperties>
</file>