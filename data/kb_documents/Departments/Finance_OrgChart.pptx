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Finance &amp; Accounting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Accounting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065A82">
              <a:alpha val="1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 (FP&amp;A)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business partnering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Reporting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compliance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0F4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0F4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065A82">
              <a:alpha val="20000"/>
            </a:srgbClr>
          </a:solidFill>
          <a:ln w="3175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 (FP&amp;A)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22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84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Risk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hedging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35331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52704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2704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642616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8833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88336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Team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67588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84962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962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3717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01091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1091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8046720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92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2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092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Mid-cycle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079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235440" y="4919472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235440" y="4919472"/>
            <a:ext cx="11887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9235440" y="5134905"/>
            <a:ext cx="11887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cycle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04515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06070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6070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06070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cycle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owns forecast backlog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Reporting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 (FP&amp;A) (you)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Risk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2026-03-26T22:53:07Z</dcterms:created>
  <dcterms:modified xsi:type="dcterms:W3CDTF">2026-03-26T22:53:07Z</dcterms:modified>
</cp:coreProperties>
</file>