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R&amp;D / Product Innovation Department  ·  Organisation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92040" y="6949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694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92040" y="1124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departments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0760" y="128930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4173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53896"/>
            <a:ext cx="256032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/ Product Innovation Department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644457"/>
            <a:ext cx="2560320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teams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00600" y="18470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25+ teams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80760" y="2011680"/>
            <a:ext cx="0" cy="7315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2048256"/>
            <a:ext cx="3364992" cy="530352"/>
          </a:xfrm>
          <a:prstGeom prst="roundRect">
            <a:avLst>
              <a:gd name="adj" fmla="val 17241"/>
            </a:avLst>
          </a:prstGeom>
          <a:solidFill>
            <a:srgbClr val="854F0B">
              <a:alpha val="15000"/>
            </a:srgbClr>
          </a:solidFill>
          <a:ln w="25400">
            <a:solidFill>
              <a:srgbClr val="854F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84832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854F0B"/>
          </a:solidFill>
          <a:ln w="25400">
            <a:solidFill>
              <a:srgbClr val="854F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2121408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 Team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4840" y="2331720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ideation &amp; prototyping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2560320"/>
            <a:ext cx="0" cy="16459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724912"/>
            <a:ext cx="83210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exploration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231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476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6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82896" y="2798064"/>
            <a:ext cx="2395728" cy="585216"/>
          </a:xfrm>
          <a:prstGeom prst="roundRect">
            <a:avLst>
              <a:gd name="adj" fmla="val 15625"/>
            </a:avLst>
          </a:prstGeom>
          <a:solidFill>
            <a:srgbClr val="854F0B">
              <a:alpha val="20000"/>
            </a:srgbClr>
          </a:solidFill>
          <a:ln w="31750">
            <a:solidFill>
              <a:srgbClr val="854F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2852928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854F0B"/>
          </a:solidFill>
          <a:ln w="25400">
            <a:solidFill>
              <a:srgbClr val="854F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2889504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 Team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0" y="3109692"/>
            <a:ext cx="228600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team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3364992"/>
            <a:ext cx="1005840" cy="164592"/>
          </a:xfrm>
          <a:prstGeom prst="roundRect">
            <a:avLst>
              <a:gd name="adj" fmla="val 50000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3649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80760" y="3529584"/>
            <a:ext cx="0" cy="5486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18760" y="3584448"/>
            <a:ext cx="152400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18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60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0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60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080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22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2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22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842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84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84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84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923544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23544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Platforms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23544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scale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24128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3836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383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628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628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74420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6871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6871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65760" y="4718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flow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353312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1527048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527048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14600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642616" y="4873752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854F0B">
              <a:alpha val="20000"/>
            </a:srgbClr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688336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854F0B"/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88336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675888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3849624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9624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837176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5010912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10912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806440" y="4718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ceremonies / cadence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806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06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806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6793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6949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49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949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7936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8046720" y="4873752"/>
            <a:ext cx="1188720" cy="438912"/>
          </a:xfrm>
          <a:prstGeom prst="roundRect">
            <a:avLst>
              <a:gd name="adj" fmla="val 12500"/>
            </a:avLst>
          </a:prstGeom>
          <a:solidFill>
            <a:srgbClr val="854F0B">
              <a:alpha val="20000"/>
            </a:srgbClr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092440" y="4919472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854F0B"/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92440" y="4919472"/>
            <a:ext cx="10972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8092440" y="5134905"/>
            <a:ext cx="109728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921715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937260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37260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937260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sprint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1036015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1051560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51560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1051560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sprint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8001000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owns discovery backlog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4572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583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Research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36576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854F0B"/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587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 Team (you)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8580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5F5E5A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0591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Platforms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0040" y="6729984"/>
            <a:ext cx="1216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Confidential — Internal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2026-03-26T22:53:07Z</dcterms:created>
  <dcterms:modified xsi:type="dcterms:W3CDTF">2026-03-26T22:53:07Z</dcterms:modified>
</cp:coreProperties>
</file>