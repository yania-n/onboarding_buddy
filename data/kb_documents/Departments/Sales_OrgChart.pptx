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Sales &amp; Business Development Department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53896"/>
            <a:ext cx="25603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Business Development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44457"/>
            <a:ext cx="256032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48256"/>
            <a:ext cx="3364992" cy="530352"/>
          </a:xfrm>
          <a:prstGeom prst="roundRect">
            <a:avLst>
              <a:gd name="adj" fmla="val 17241"/>
            </a:avLst>
          </a:prstGeom>
          <a:solidFill>
            <a:srgbClr val="993C1D">
              <a:alpha val="15000"/>
            </a:srgbClr>
          </a:solidFill>
          <a:ln w="25400">
            <a:solidFill>
              <a:srgbClr val="993C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848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993C1D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2140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content &amp; sales process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24912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account management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231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476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993C1D">
              <a:alpha val="20000"/>
            </a:srgbClr>
          </a:solidFill>
          <a:ln w="31750">
            <a:solidFill>
              <a:srgbClr val="993C1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993C1D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Team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18760" y="3584448"/>
            <a:ext cx="1524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8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60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0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60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080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22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2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22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42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84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4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84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923544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23544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23544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new markets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24128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3836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383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628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628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7442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6871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6871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353312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52704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27048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14600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642616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993C1D">
              <a:alpha val="20000"/>
            </a:srgbClr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88336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993C1D"/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88336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675888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84962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9624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4837176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501091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10912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80644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6793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6949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49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949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936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8046720" y="4873752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993C1D">
              <a:alpha val="20000"/>
            </a:srgbClr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92440" y="491947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993C1D"/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2440" y="4919472"/>
            <a:ext cx="10972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8092440" y="5134905"/>
            <a:ext cx="109728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9217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9372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72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9372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1036015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1051560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51560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1051560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8001000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enablement backlog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D85A30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6576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93C1D"/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587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Team (you)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68580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F5E5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591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2026-03-26T22:53:07Z</dcterms:created>
  <dcterms:modified xsi:type="dcterms:W3CDTF">2026-03-26T22:53:07Z</dcterms:modified>
</cp:coreProperties>
</file>